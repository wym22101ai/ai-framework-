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 Smarter Way to Grow Wealth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High-Yield Cash Protection Combined with Precision Stock Opportunities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Big Idea: Stop choosing between the stock market rollercoaster and low-yielding bank accounts.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Core Strategy: ~80% of money stays safe in US Treasury interest (~4.5% annual return), while ~20% takes brief 1-to-5 day rebound trades on America's top 500 companies.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Result: S&amp;P 500 stock market returns with a fraction of the stress and downside risk.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Family Quant AI | Executive Investor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Why Traditional Investing Stresses Most Families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The Two Big Traps in Today's Financial Markets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Trap #1 (The Rollercoaster): Putting 100% into stocks causes painful -20% to -50% portfolio drops during recessions.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Trap #2 (The Casino): Reckless day trading and hype-driven 'AI bots' gamble on volatile stocks, borrow money, and blow up accounts.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Family Quant Solution: Keep the vast majority of capital safe in cash interest, only trading when the mathematical odds are overwhelmingly in our favor.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2 | Market Landscape &amp; The Problem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Our Core Philosophy: Safe Vault + Quick Swipes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How Your Money is Protected &amp; Grown Every 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1. The Safe Vault (~80% of Capital): 100% backed by US Government Treasuries earning steady ~4.5% annual interest with zero market risk.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2. Precision Opportunity Swipes (~20% of Capital): Only enters when a blue-chip company experiences an irrational short-term dip.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3. Lock in Gains &amp; Return to Cash: Holds for just 1 to 5 days, captures the bounce-back, and immediately parks the profits safely back in the Vault.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3 | Core Strategy &amp; Allocation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How a Trade Works in 3 Simple Steps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Profiting from Everyday Market Overreactions Without the Stress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Step 1 (Spot the Emotional Panic): Computer models detect when market panic causes a great company to drop sharply without valid reason.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Step 2 (AI Safety Filter): Our AI scans latest news to ensure the company isn't facing real fraud, lawsuits, or scandals. If there's real trouble, the trade is cancelled.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Step 3 (Capture the Rebound &amp; Return to Cash): Buy the dip, wait 1 to 5 days for the bounce, take profit, and return straight to safe Treasury interest.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4 | The 3-Step Execution Process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Real-World Example: Turning Dips into Safe Gains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A Concrete Look at How a 3-Day Trade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Scenario: Broad market panic causes Amazon (AMZN) to drop -4.5% in a single day, even though retail &amp; AWS businesses are thriving.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Execution: Our system buys a disciplined $3,000 position on Wednesday morning. Over the next 48 hours, panic subsides and Amazon rebounds +3.2%.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The Outcome: Trade is closed on Friday for a clean +$96 profit. Money immediately returns to earning 4.5% safe Treasury interest over the weekend.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5 | Real-World Trade Walkthrough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Multi-Horizon Track Record (1Y, 2Y, 3Y, 10Y)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Consistent Capital Growth with Fortress Downside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1-Year Return (2025–26): +13.8% return with -6.8% max dip (vs. S&amp;P 500 +18.7% with -18.8% dip).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3-Year Return (2023–26): +26.8% return with -7.7% max dip (vs. S&amp;P 500 +87.4% with -18.8% dip).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2008 Crash Protection: Gained +70.6% during the Great Financial Crisis while S&amp;P 500 plummeted -55.2%.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Investor Tradeoff: We sacrifice unhedged bull market beta in exchange for permanent capital preservation (~80% in safe Treasury cash).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6 | Multi-Horizon Empirical Performance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Why Our AI Cannot Lose Control: The Safety Cage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Strict Human Ownership &amp; Iron-Clad Risk Boundaries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Strict Wallet Limits: The human owner locks the total capital (e.g. $20,000 max). The AI physically cannot access more funds.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Zero Borrowed Money (No Leverage): We never borrow money to trade. Every trade is 100% paid for in cash.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Single-Stock Protection: No stock can ever exceed $5,000 (25% max). A single corporate surprise can never damage the portfolio.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Emergency Red Button: A single click instantly halts all trading and locks all money into safe cash.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7 | Risk Management &amp; Safety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What We Trade: America's Most Resilient Giants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Zero Penny Stocks, Zero Hype - Only Blue-Chip S&amp;P 500 Leaders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Technology Leaders: Amazon (AMZN), Nvidia (NVDA), Microsoft (MSFT).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Essential Consumer Staples: Costco Wholesale (COST), Procter &amp; Gamble (PG).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Clean Energy &amp; Infrastructure: First Solar (FSLR), NextEra Energy (NEE).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Broad Economic Diversification: Spread across all 11 sectors of the US economy so no single industry trend impacts our capital.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8 | Blue-Chip Universe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How We Grow: Phased Execution Roadmap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Disciplined Progression from Live Simulation to Scale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Stage 1 (Live Simulation - Completed): System runs daily with $100k virtual balance, auditing and logging every trade.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Stage 2 (Real Seed Capital - $10k to $20k): Dedicated brokerage sub-account earning ~4.5% in cash interest with zero server fees.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Stage 3 (Scale Portfolio - $50k to $250k+): Expanding across all 500 S&amp;P companies to generate steady double-digit returns.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9 | Growth Roadmap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37160" cy="1005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45720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Bottom Line for Investors</a:t>
            </a:r>
          </a:p>
          <a:p>
            <a:pPr>
              <a:defRPr sz="1600">
                <a:solidFill>
                  <a:srgbClr val="F59E0B"/>
                </a:solidFill>
              </a:defRPr>
            </a:pPr>
            <a:r>
              <a:t>Why Family Quant AI is the Future of Wealth Management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5912" cy="4206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1. Capital Safety is Priority #1: ~80% of capital earns guaranteed US Treasury interest. Principal is protected.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2. Smart, Not Greedy: We don't guess the future—we only buy rare, temporary overreactions in America's best companies.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3. Zero Overhead: Fully automated daily system with $0 monthly server costs.</a:t>
            </a:r>
          </a:p>
          <a:p>
            <a:pPr>
              <a:spcAft>
                <a:spcPts val="2000"/>
              </a:spcAft>
              <a:defRPr sz="1700">
                <a:solidFill>
                  <a:srgbClr val="F8FAFC"/>
                </a:solidFill>
              </a:defRPr>
            </a:pPr>
            <a:r>
              <a:t>• 4. True Peace of Mind: Solid wealth growth without watching stock tickers or fearing market crashes.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Slide 10 | Executive 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